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6351" y="2377440"/>
            <a:ext cx="1078992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289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7F1D1D"/>
                </a:solidFill>
                <a:latin typeface="Calibri"/>
              </a:rPr>
              <a:t>Laporan Proyek: Deteksi Kantuk Pengemudi dengan MobileNetV2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Ujian Akhir Semester - Driver Drowsiness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Pendahuluan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Latar Belakang &amp; Tujuan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Mengimplementasikan Transfer Learning dengan pre-trained model MobileNetV2.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Klasifikasi kondisi mata (terbuka/tertutup) untuk deteksi kantuk otomatis.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Bagian dari penerapan AI dalam pencegahan kecelakaan lalu lintas.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Persiapan Lingkungan dan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Langkah Persiapan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Import library: TensorFlow/Keras, OpenCV, Pandas, NumPy, Matplotlib.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Pengumpulan dataset: MRL Eye dataset (ribuan citra mata terbuka &amp; tertutup).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Pemisahan data: Training set dan Validation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Pra-pemrosesan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Tahapan Pra-pemrosesan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Resize: semua citra menjadi 224×224 piksel.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Normalisasi: skala piksel 0-255 dikonversi ke 0-1.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Augmentasi data: ImageDataGenerator dengan rotasi, zoom, pergeseran acak.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Tujuan: mencegah overfitting dan mempercepat konvergensi.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Arsitektur Model MobileNetV2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Transfer Learning &amp; Pembekuan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base_model = MobileNetV2(weights='imagenet', include_top=False, input_shape=(224,224,3))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Membekukan bobot dasar (Freezing) agar tidak berubah awal pelatihan.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Memanfaatkan pengetahuan dari dataset ImageNet.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Custom Head untuk Klasifikasi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GlobalAveragePooling2D → Dropout → Dense (aktivasi sigmoid).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Output: probabilitas mata tertutup (klasifikasi biner).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Dropout untuk mengurangi overfitting.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Proses Pelatihan (Training)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Konfigurasi &amp; Pelaksanaan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Optimizer: Adam, Loss: binary_crossentropy, Metrik: accuracy.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Pelatihan beberapa epoch, evaluasi data validasi setiap akhir epoch.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Pemantauan metrik akurasi dan loss untuk deteksi overfitting.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Interpretasi Hasil Pelatihan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Membaca Kurva Akurasi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Training Accuracy: kemampuan mengenali pola data latih.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Validation Accuracy: performa pada data baru; harus beriringan dengan training.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Indikasi overfitting: akurasi latih tinggi tetapi validasi stagnan/menurun.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Membaca Kurva Loss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Training Loss: error saat belajar; harus tren menurun ke nol.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Validation Loss: jika naik tajam di tengah training → early stopping.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Kesenjangan besar antara training dan validasi → overfitting.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Confusion Matrix &amp; Metrik Evaluasi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True Positives (TP): mata terdeteksi tertutup &amp; benar tertutup.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False Negatives (FN): mata terdeteksi terbuka namun sebenarnya tertutup → error paling berbahaya.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Evaluasi kritis untuk sistem peringatan kantuk.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Representasi Data Pelatihan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Tabel Metrik Epoch (Skenario Ideal)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Epoch 1: TrainAcc=0.650, ValAcc=0.684, TrainLoss=0.785, ValLoss=0.712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Epoch 3: TrainAcc=0.810, ValAcc=0.805, TrainLoss=0.410, ValLoss=0.420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Epoch 5: TrainAcc=0.920, ValAcc=0.915, TrainLoss=0.195, ValLoss=0.210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Epoch 10: TrainAcc=0.965, ValAcc=0.958, TrainLoss=0.098, ValLoss=0.112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Akurasi meningkat, loss menurun, gap kecil → model baik, tanpa overfitting.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Pengujian &amp; Implementasi Real-Time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Deploy Model ke Webcam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Model disimpan format .h5.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Gunakan OpenCV: deteksi wajah → potong area mata → masukkan ke model.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Jika prediksi mata tertutup → aktifkan alarm (sirine).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6351" y="2377440"/>
            <a:ext cx="1078992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289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7F1D1D"/>
                </a:solidFill>
                <a:latin typeface="Calibri"/>
              </a:rPr>
              <a:t>Kesimpulan &amp; Rekomendasi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Model MobileNetV2 berhasil mencapai akurasi tinggi (&gt;95%) dan loss rendah.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Tidak terjadi overfitting; generalisasi baik pada data baru.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Sistem siap diintegrasikan ke dashboard keselamatan kendaraan.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Rekomendasi: kumpulkan lebih banyak data variatif, optimasi hyperparameter, uji edge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